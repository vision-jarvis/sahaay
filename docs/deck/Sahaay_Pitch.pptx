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Sahaay means assistance in Hindi. It is an accessibility copilot that runs entirely on the Hexagon NPU of a Snapdragon PC: head and voice control for people who cannot use a mouse, and a conversational screen narrator for people who cannot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composite users. Arjun has a movement disability; the mouse and keyboard are the barrier. Meena has low vision; the screen reader reads controls but cannot describe a photo, a chart or the room. Sahaay serves both with one on-device brain.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concrete gaps: price, privacy of a face camera plus screen, and coverage of what built-in tools can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thesis in one line. The NPU is not a feature to show off; it is what makes a mass-market laptop into an assistive device that respects privacy and works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modes that share one on-device brain. Hands-free mode: head cursor, gestures, dictation, free-form voice commands, switch access. Narrator mode: screen summaries, focused reading, vision-language description of screen and camera, spoken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storyboard of one command. Speech is transcribed on the NPU, the screen is turned into a numbered list of controls by UI Automation, the language model returns validated tool calls, the executor runs them, and the result is spoken back. The dwell ring is the head-cursor click indicator.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 cores used. NPU: face detector, face mesh, Whisper encoder and decoder, Qwen3-4B, Qwen3-VL-4B. CPU: capture, VAD, UI Automation, the command grammar, JSON validation, cursor maths and SendInput, TTS. GPU: nothing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numbers come from tools/bench_all.py and Qualcomm AI Hub profile jobs, both in the repository. The X Elite column is the chip inside the HP OmniBook X and EliteBook Ultra, profiled on Qualcomm's reference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 is one PowerShell script; runtime is fully offline. The memory figures are measured process growth; the 16 GB OmniBook 3 and 5 run hands-free mode and UI-Automation narration, the 32 GB OmniBook X and Ultra run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row is a concrete failure of the cloud approach for this user, with a source or a measurement, and the matching measured behaviour of Sahaay. The trade-offs row is deliberate: smaller models, load time and RAM are the price of privacy and offline operation, and the design mitigates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engineering that made the difference, each with its fix. Items 01 and 07 are the ones most likely to trip other teams claiming NPU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and close. The repository contains everything needed to reproduce every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