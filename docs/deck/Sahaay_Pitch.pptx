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3DDC97"/>
                </a:solidFill>
                <a:latin typeface="Segoe UI"/>
              </a:rPr>
              <a:t>Sahaay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8A97A6"/>
                </a:solidFill>
                <a:latin typeface="Segoe UI"/>
              </a:rPr>
              <a:t>सहाय  ·  "assistance"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E8EDF2"/>
                </a:solidFill>
                <a:latin typeface="Segoe UI"/>
              </a:rPr>
              <a:t>Your PC, hands-free and eyes-free.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E8EDF2"/>
                </a:solidFill>
                <a:latin typeface="Segoe UI"/>
              </a:rPr>
              <a:t>An offline accessibility copilot for Snapdragon-powered HP PCs. Six AI models, all on the Hexagon NPU, nothing leaves the laptop.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Ruhan Srivastava  ·  Snapdragon AI Lab Build &amp; Present Challenge 2026</a:t>
            </a:r>
          </a:p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github.com/Vision-jarvis/sahaay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A laptop is useless if you cannot move a mouse or see a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2.68 crore Indians live with a disability (Census 2011).</a:t>
            </a:r>
            <a:r>
              <a:rPr sz="1600">
                <a:solidFill>
                  <a:srgbClr val="E8EDF2"/>
                </a:solidFill>
                <a:latin typeface="Segoe UI"/>
              </a:rPr>
              <a:t>  Roughly one in five with a movement disability, one in five with a visual disability.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Assistive hardware is priced like medical equipment.</a:t>
            </a:r>
            <a:r>
              <a:rPr sz="1600">
                <a:solidFill>
                  <a:srgbClr val="E8EDF2"/>
                </a:solidFill>
                <a:latin typeface="Segoe UI"/>
              </a:rPr>
              <a:t>  Eye-gaze systems cost over Rs 1.5 lakh, need a dongle, a licence and often the cloud.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Cloud AI cannot do this job.</a:t>
            </a:r>
            <a:r>
              <a:rPr sz="1600">
                <a:solidFill>
                  <a:srgbClr val="E8EDF2"/>
                </a:solidFill>
                <a:latin typeface="Segoe UI"/>
              </a:rPr>
              <a:t>  A camera watching your face all day and a screen showing your bank statement cannot be streamed to a server. Latency and patchy 4G make it unusable anyway.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Built-in accessibility stops at the basics.</a:t>
            </a:r>
            <a:r>
              <a:rPr sz="1600">
                <a:solidFill>
                  <a:srgbClr val="E8EDF2"/>
                </a:solidFill>
                <a:latin typeface="Segoe UI"/>
              </a:rPr>
              <a:t>  Windows Narrator reads controls; it cannot describe a photo, a chart, or the room. Voice Access needs the cloud for anything free-form.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73736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60,000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HP OmniBook 3 with a 45 TOPS NPU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20040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Sahaay, forever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466344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FFB454"/>
                </a:solidFill>
                <a:latin typeface="Segoe UI"/>
              </a:rPr>
              <a:t>Rs 1,50,000+</a:t>
            </a:r>
          </a:p>
          <a:p>
            <a:pPr algn="ctr"/>
            <a:r>
              <a:rPr sz="2300" b="0">
                <a:solidFill>
                  <a:srgbClr val="8A97A6"/>
                </a:solidFill>
                <a:latin typeface="Segoe UI"/>
              </a:rPr>
              <a:t>a commercial eye-gaze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WHAT SAHAAY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One app, two people it changes everything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94960" cy="457200"/>
          </a:xfrm>
          <a:prstGeom prst="round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Hands-free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Head cursor.</a:t>
            </a:r>
            <a:r>
              <a:rPr sz="1400">
                <a:solidFill>
                  <a:srgbClr val="E8EDF2"/>
                </a:solidFill>
                <a:latin typeface="Segoe UI"/>
              </a:rPr>
              <a:t>  Nudge your head, the cursor moves; hold still, it stays. Auto-calibrates.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Clicks without hands.</a:t>
            </a:r>
            <a:r>
              <a:rPr sz="1400">
                <a:solidFill>
                  <a:srgbClr val="E8EDF2"/>
                </a:solidFill>
                <a:latin typeface="Segoe UI"/>
              </a:rPr>
              <a:t>  Dwell ring, short blink = left click, long blink = right, open mouth = drag.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Dictation anywhere,</a:t>
            </a:r>
            <a:r>
              <a:rPr sz="1400">
                <a:solidFill>
                  <a:srgbClr val="E8EDF2"/>
                </a:solidFill>
                <a:latin typeface="Segoe UI"/>
              </a:rPr>
              <a:t>  English and Hindi.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25 instant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in under a millisecond: click, scroll, press ctrl s, open Chrome, next window.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Free-form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through the on-device language model: "open my downloads", "write a thank-you note and save it".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Physical switches</a:t>
            </a:r>
            <a:r>
              <a:rPr sz="1400">
                <a:solidFill>
                  <a:srgbClr val="E8EDF2"/>
                </a:solidFill>
                <a:latin typeface="Segoe UI"/>
              </a:rPr>
              <a:t>  via an Arduino for people who cannot use the camera.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57200"/>
          </a:xfrm>
          <a:prstGeom prst="roundRect">
            <a:avLst/>
          </a:prstGeom>
          <a:solidFill>
            <a:srgbClr val="7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Narrator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"What's on my screen?"</a:t>
            </a:r>
            <a:r>
              <a:rPr sz="1400">
                <a:solidFill>
                  <a:srgbClr val="E8EDF2"/>
                </a:solidFill>
                <a:latin typeface="Segoe UI"/>
              </a:rPr>
              <a:t>  Two spoken sentences: which app, what content, which buttons matter.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"Read this."</a:t>
            </a:r>
            <a:r>
              <a:rPr sz="1400">
                <a:solidFill>
                  <a:srgbClr val="E8EDF2"/>
                </a:solidFill>
                <a:latin typeface="Segoe UI"/>
              </a:rPr>
              <a:t>  Reads the focused paragraph or field.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"Describe the picture."</a:t>
            </a:r>
            <a:r>
              <a:rPr sz="1400">
                <a:solidFill>
                  <a:srgbClr val="E8EDF2"/>
                </a:solidFill>
                <a:latin typeface="Segoe UI"/>
              </a:rPr>
              <a:t>  The vision-language model describes what accessibility trees cannot: photos, charts, canvases.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 do you see?"</a:t>
            </a:r>
            <a:r>
              <a:rPr sz="1400">
                <a:solidFill>
                  <a:srgbClr val="E8EDF2"/>
                </a:solidFill>
                <a:latin typeface="Segoe UI"/>
              </a:rPr>
              <a:t>  Describes the webcam view, reads labels and signs.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Every action is spoken back,</a:t>
            </a:r>
            <a:r>
              <a:rPr sz="1400">
                <a:solidFill>
                  <a:srgbClr val="E8EDF2"/>
                </a:solidFill>
                <a:latin typeface="Segoe UI"/>
              </a:rPr>
              <a:t>  so a blind user always knows what just happened.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Voices in English and Hindi,</a:t>
            </a:r>
            <a:r>
              <a:rPr sz="1400">
                <a:solidFill>
                  <a:srgbClr val="E8EDF2"/>
                </a:solidFill>
                <a:latin typeface="Segoe UI"/>
              </a:rPr>
              <a:t>  generated on the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SEE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Hands-free demo (GIF in the README)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Narrator demo (GIF in the README)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Head moves the cursor, a blink clicks, "open notepad and type a thank-you note to my teacher" does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"What's on my screen?"  "Describe the picture."  "What do you see?"  Answered in about two seconds, on the NPU.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3DDC97"/>
                </a:solidFill>
                <a:latin typeface="Segoe UI"/>
              </a:rPr>
              <a:t>Full videos and GIFs: github.com/Vision-jarvis/sahaay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Six models, one NPU, the CPU only moves the mouse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Webcam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1280x720, 30 fps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Microphone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16 kHz, VAD on CPU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Screen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UI Automation tree +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Arduino switches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JSON over USB serial (optional)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55448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Face detector + 468-pt mesh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0.4 + 0.2 ms · head pose, blink, mouth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56032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Whisper base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encoder 25 ms, decoder 3 ms/token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56616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screen list + speech to JSON tool calls, 33 tok/s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57200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Qwen3-VL-4B-Instruct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describes screen and camera, 30 tok/s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188720"/>
            <a:ext cx="283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3DDC97"/>
                </a:solidFill>
                <a:latin typeface="Segoe UI"/>
              </a:rPr>
              <a:t>HEXAGON NPU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55448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Head cursor + gestures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joystick, dwell, blink, drag · Win32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56032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Fast grammar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25 commands, &lt;1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56616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Action executor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click, type, keys, open, focus, scroll,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7200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Schema validator + allow-list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no invented tools or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188720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8A97A6"/>
                </a:solidFill>
                <a:latin typeface="Segoe UI"/>
              </a:rPr>
              <a:t>ORYON CPU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057400"/>
            <a:ext cx="2103120" cy="8229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Windows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any app, any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356616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Piper TTS en / hi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16x real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457200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HUD + tray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live per-model latency and compute unit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6040" y="192024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943600" y="192024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06040" y="292608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943600" y="292608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40" y="393192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436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40" y="493776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3600" y="493776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1920240"/>
            <a:ext cx="548640" cy="5486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44000" y="2468880"/>
            <a:ext cx="548640" cy="14630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8A97A6"/>
                </a:solidFill>
                <a:latin typeface="Segoe UI"/>
              </a:rPr>
              <a:t>Runtimes: ONNX Runtime + Qualcomm QNN execution provider (HTP) for face, speech and TTS graphs · Qualcomm GenieX (QAIRT) for the language and vision-language models · all models from Qualcomm AI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Models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566160"/>
                <a:gridCol w="1737360"/>
                <a:gridCol w="2011680"/>
                <a:gridCol w="12801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Job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Model (Qualcomm AI Hub)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Face detection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detector (BlazeFace)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468-pt face mesh, pose, blink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landmark detector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Speech to text,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whisper_base encoder + KV-cache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fp16, precompiled QNN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Intent to tool calls, summaries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qwen3_4b_instruct_2507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Screen and camera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qwen3_vl_4b_instruct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Text to speech,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Piper VITS (rhasspy voices)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fp32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Exported with qai-hub-models for both Snapdragon X2 Elite (Hexagon v81, dev laptop) and Snapdragon X Elite (Hexagon v73, the OmniBook).</a:t>
            </a:r>
            <a:r>
              <a:rPr sz="1300">
                <a:solidFill>
                  <a:srgbClr val="E8EDF2"/>
                </a:solidFill>
                <a:latin typeface="Segoe UI"/>
              </a:rPr>
              <a:t>  The installer detects the chipset.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No fine-tuning needed.</a:t>
            </a:r>
            <a:r>
              <a:rPr sz="1300">
                <a:solidFill>
                  <a:srgbClr val="E8EDF2"/>
                </a:solidFill>
                <a:latin typeface="Segoe UI"/>
              </a:rPr>
              <a:t>  Qualcomm's pre- and post-processing for MediaPipe and Whisper re-implemented in numpy so the app runs on ARM64 Windows without torch or OpenCV.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Proof, not claims.</a:t>
            </a:r>
            <a:r>
              <a:rPr sz="1300">
                <a:solidFill>
                  <a:srgbClr val="E8EDF2"/>
                </a:solidFill>
                <a:latin typeface="Segoe UI"/>
              </a:rPr>
              <a:t>  tools/npu_check.py asserts QNNExecutionProvider is active before any NPU number is reported. The common providers=["QNNExecutionProvider"] pattern silently runs on the CPU with today's plugin runtime.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Measured on the NPU, not estimated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949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210312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detector 256x256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2.97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0.42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7x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mesh 192x192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1.01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0.16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6x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Full face pipeline, live 720p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2.7 ms/frame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28 fps, camera-bound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encoder (30 s window)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25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3.0 ms/token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a 6 s command in ~100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Qwen3-4B (GenieX)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60 ms to first token, 33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loads in 8 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Qwen3-VL-4B screen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280 ms to first token, 30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2.3 s per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Piper TTS, 4 s of speech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230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16x real 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14630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Compute cores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NPU:</a:t>
            </a:r>
            <a:r>
              <a:rPr sz="1200">
                <a:solidFill>
                  <a:srgbClr val="E8EDF2"/>
                </a:solidFill>
                <a:latin typeface="Segoe UI"/>
              </a:rPr>
              <a:t>  face detector, face mesh, Whisper encoder and decoder, Qwen3-4B, Qwen3-VL-4B. Everything that is a neural network.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CPU:</a:t>
            </a:r>
            <a:r>
              <a:rPr sz="1200">
                <a:solidFill>
                  <a:srgbClr val="E8EDF2"/>
                </a:solidFill>
                <a:latin typeface="Segoe UI"/>
              </a:rPr>
              <a:t>  capture, VAD, mel features, UI Automation, grammar, validation, cursor maths, SendInput, overlay, TTS.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GPU:</a:t>
            </a:r>
            <a:r>
              <a:rPr sz="1200">
                <a:solidFill>
                  <a:srgbClr val="E8EDF2"/>
                </a:solidFill>
                <a:latin typeface="Segoe UI"/>
              </a:rPr>
              <a:t>  deliberately nothing; the user's apps keep it.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Concurrent:</a:t>
            </a:r>
            <a:r>
              <a:rPr sz="1200">
                <a:solidFill>
                  <a:srgbClr val="E8EDF2"/>
                </a:solidFill>
                <a:latin typeface="Segoe UI"/>
              </a:rPr>
              <a:t>  the cursor stays at 28 fps and Whisper keeps listening while the LLM plans and the VLM describes, all on one NPU.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69494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AI Hub profiling on reference devices: face detector 0.4 ms (145/145 ops on NPU), face mesh 0.2 ms (105/105), Whisper decoder 2.4 ms (975/975) on Snapdragon X2 Elite CRD; X Elite CRD numbers in benchmarks/.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Installs in one command, then never needs the internet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72800" cy="100584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3DDC97"/>
                </a:solidFill>
                <a:latin typeface="Segoe UI"/>
              </a:rPr>
              <a:t>powershell -ExecutionPolicy Bypass -File install.ps1</a:t>
            </a:r>
          </a:p>
          <a:p>
            <a:pPr algn="ctr"/>
            <a:r>
              <a:rPr sz="1500" b="0">
                <a:solidFill>
                  <a:srgbClr val="8A97A6"/>
                </a:solidFill>
                <a:latin typeface="Segoe UI"/>
              </a:rPr>
              <a:t>installs ARM64 Python if missing · virtual environment · models for your chipset (one time) · espeak-ng · Start Menu 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Runs on every Snapdragon X, X Plus, X Elite, X2 Plus and X2 Elite PC,</a:t>
            </a:r>
            <a:r>
              <a:rPr sz="1400">
                <a:solidFill>
                  <a:srgbClr val="E8EDF2"/>
                </a:solidFill>
                <a:latin typeface="Segoe UI"/>
              </a:rPr>
              <a:t>  including HP OmniBook X, 5, 3, Ultra and EliteBook Ultra. 16 GB RAM recommended; --no-vlm on tighter machines.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No admin rights, no account, no cloud.</a:t>
            </a:r>
            <a:r>
              <a:rPr sz="1400">
                <a:solidFill>
                  <a:srgbClr val="E8EDF2"/>
                </a:solidFill>
                <a:latin typeface="Segoe UI"/>
              </a:rPr>
              <a:t>  Frames, audio and screenshots stay in RAM. Log file for support.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Accessible by design:</a:t>
            </a:r>
            <a:r>
              <a:rPr sz="1400">
                <a:solidFill>
                  <a:srgbClr val="E8EDF2"/>
                </a:solidFill>
                <a:latin typeface="Segoe UI"/>
              </a:rPr>
              <a:t>  global hotkeys, tray toggles, spoken confirmation of every action, a heads-up panel that shows what was heard and done, English and Hindi voices.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Switch access:</a:t>
            </a:r>
            <a:r>
              <a:rPr sz="1400">
                <a:solidFill>
                  <a:srgbClr val="E8EDF2"/>
                </a:solidFill>
                <a:latin typeface="Segoe UI"/>
              </a:rPr>
              <a:t>  a five-line JSON protocol turns any Arduino, including the UNO Q from the AI Lab kit, into a Sahaay switch. Try it in the Wokwi simulator without hardware.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Reviewer tools:</a:t>
            </a:r>
            <a:r>
              <a:rPr sz="1400">
                <a:solidFill>
                  <a:srgbClr val="E8EDF2"/>
                </a:solidFill>
                <a:latin typeface="Segoe UI"/>
              </a:rPr>
              <a:t>  tools/npu_check.py proves the NPU is active; tools/bench_all.py regenerates every number in this deck.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Why this belongs on a Snapdragon HP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Need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Cloud assistant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Sahaay on the 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Camera on your face all day, screen with your bank statement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uploaded frame by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never leaves RAM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Cursor latency a person can tolerate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100 ms and up, network dependent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under 1 ms per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Hostel, hospital, train, patchy 4G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does not work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fully offline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Battery on a laptop that is the user's only interface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 or GPU inference drains it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 runs the whole stack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Cost to a student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subscription + speech API minutes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zero, forever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4630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What is new:</a:t>
            </a:r>
            <a:r>
              <a:rPr sz="1200">
                <a:solidFill>
                  <a:srgbClr val="E8EDF2"/>
                </a:solidFill>
                <a:latin typeface="Segoe UI"/>
              </a:rPr>
              <a:t>  not a head mouse and not a screen reader, but one conversational layer over Windows that sees the screen the way the user needs, on the NPU, in Hindi and English.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Fits the program:</a:t>
            </a:r>
            <a:r>
              <a:rPr sz="1200">
                <a:solidFill>
                  <a:srgbClr val="E8EDF2"/>
                </a:solidFill>
                <a:latin typeface="Segoe UI"/>
              </a:rPr>
              <a:t>  HP India targets students with the OmniBook 3 and 5; Qualcomm India wants Snapdragon PCs under Rs 60,000. Sahaay makes that laptop an assistive device.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Scales with silicon:</a:t>
            </a:r>
            <a:r>
              <a:rPr sz="1200">
                <a:solidFill>
                  <a:srgbClr val="E8EDF2"/>
                </a:solidFill>
                <a:latin typeface="Segoe UI"/>
              </a:rPr>
              <a:t>  built within 45 TOPS and 16 GB; on the 80 TOPS X2 the same code runs bigger vision models and adds gaze.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DEVELOPMENT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How it was built in three days, and what was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1. Toolchain proof:</a:t>
            </a:r>
            <a:r>
              <a:rPr sz="1300">
                <a:solidFill>
                  <a:srgbClr val="E8EDF2"/>
                </a:solidFill>
                <a:latin typeface="Segoe UI"/>
              </a:rPr>
              <a:t>  ORT QNN on ARM64, AI Hub, GenieX; found the silent CPU fallback and fixed it in npu.py.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2. Face:</a:t>
            </a:r>
            <a:r>
              <a:rPr sz="1300">
                <a:solidFill>
                  <a:srgbClr val="E8EDF2"/>
                </a:solidFill>
                <a:latin typeface="Segoe UI"/>
              </a:rPr>
              <a:t>  AI Hub export, numpy MediaPipe pipeline, pose and blink metrics, 28 fps.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3. Head cursor:</a:t>
            </a:r>
            <a:r>
              <a:rPr sz="1300">
                <a:solidFill>
                  <a:srgbClr val="E8EDF2"/>
                </a:solidFill>
                <a:latin typeface="Segoe UI"/>
              </a:rPr>
              <a:t>  joystick mapping, dwell ring, blink and mouth gestures, calibration.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4. Speech:</a:t>
            </a:r>
            <a:r>
              <a:rPr sz="1300">
                <a:solidFill>
                  <a:srgbClr val="E8EDF2"/>
                </a:solidFill>
                <a:latin typeface="Segoe UI"/>
              </a:rPr>
              <a:t>  precompiled Whisper, KV-cache decode loop, VAD.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5. Brain:</a:t>
            </a:r>
            <a:r>
              <a:rPr sz="1300">
                <a:solidFill>
                  <a:srgbClr val="E8EDF2"/>
                </a:solidFill>
                <a:latin typeface="Segoe UI"/>
              </a:rPr>
              <a:t>  two-tier commands, Qwen3-4B tool schema, screen snapshot, validation.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6. Narrator:</a:t>
            </a:r>
            <a:r>
              <a:rPr sz="1300">
                <a:solidFill>
                  <a:srgbClr val="E8EDF2"/>
                </a:solidFill>
                <a:latin typeface="Segoe UI"/>
              </a:rPr>
              <a:t>  summaries, focused text, Qwen3-VL, Piper en/hi.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7. App:</a:t>
            </a:r>
            <a:r>
              <a:rPr sz="1300">
                <a:solidFill>
                  <a:srgbClr val="E8EDF2"/>
                </a:solidFill>
                <a:latin typeface="Segoe UI"/>
              </a:rPr>
              <a:t>  threads, overlay, tray, hotkeys, logging.  8. Deployment:| installer, model fetcher, benchmarks, Arduino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Easy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Qualcomm AI Hub: every model exported and profiled on real X2 Elite and X Elite devices in minutes, with per-op compute-unit reports. GenieX: the language and vision models were a pip install and one pull, on the NPU first 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00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Segoe UI"/>
              </a:rPr>
              <a:t>Hard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566160"/>
            <a:ext cx="502920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Windows ARM64 plumbing: no OpenCV wheel (DirectShow COM instead, CoInitialize on every thread); the Piper wheel's espeak bridge is not built for ARM64 (shell out to espeak-ng, drive VITS through ONNX Runtime); QNN context caches must be reused, not regenerated; two GenieX models cannot load at the same moment; and the QNN provider must be selected through the new device API or ONNX Runtime quietly runs on the CPU.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Next, and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Gaze estimation (eyegaze on AI Hub)</a:t>
            </a:r>
            <a:r>
              <a:rPr sz="1500">
                <a:solidFill>
                  <a:srgbClr val="E8EDF2"/>
                </a:solidFill>
                <a:latin typeface="Segoe UI"/>
              </a:rPr>
              <a:t>  for coarse screen-region selection alongside head pose.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Piper on the NPU</a:t>
            </a:r>
            <a:r>
              <a:rPr sz="1500">
                <a:solidFill>
                  <a:srgbClr val="E8EDF2"/>
                </a:solidFill>
                <a:latin typeface="Segoe UI"/>
              </a:rPr>
              <a:t>  via the AI Hub pipertts recipe; Hindi and Hinglish command grammar.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Element grounding from the vision model:</a:t>
            </a:r>
            <a:r>
              <a:rPr sz="1500">
                <a:solidFill>
                  <a:srgbClr val="E8EDF2"/>
                </a:solidFill>
                <a:latin typeface="Segoe UI"/>
              </a:rPr>
              <a:t>  "click the blue button" when there is no accessibility tree.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OmniBook presence sensor</a:t>
            </a:r>
            <a:r>
              <a:rPr sz="1500">
                <a:solidFill>
                  <a:srgbClr val="E8EDF2"/>
                </a:solidFill>
                <a:latin typeface="Segoe UI"/>
              </a:rPr>
              <a:t>  to pause tracking when the user steps away; MSIX package for the Microsoft Store.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User trials</a:t>
            </a:r>
            <a:r>
              <a:rPr sz="1500">
                <a:solidFill>
                  <a:srgbClr val="E8EDF2"/>
                </a:solidFill>
                <a:latin typeface="Segoe UI"/>
              </a:rPr>
              <a:t>  with an assistive-technology centre; calibration profiles for tremor and limited neck range.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84048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3DDC97"/>
                </a:solidFill>
                <a:latin typeface="Segoe UI"/>
              </a:rPr>
              <a:t>github.com/Vision-jarvis/sahaay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code · benchmarks · install.ps1 · demo GIFs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200400"/>
            <a:ext cx="3840480" cy="109728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8EDF2"/>
                </a:solidFill>
                <a:latin typeface="Segoe UI"/>
              </a:rPr>
              <a:t>Ruhan Srivastava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IIT Kharagpur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Built entirely on a Snapdragon X2 Elite laptop with Qualcomm AI Hub, ONNX Runtime QNN and GenieX.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