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Sahaay means assistance in Hindi. It is an accessibility copilot that runs entirely on the Hexagon NPU of a Snapdragon PC: head and voice control for people who cannot use a mouse, and a conversational screen narrator for people who cannot see.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composite users. Arjun has a movement disability; the mouse and keyboard are the barrier. Meena has low vision; the screen reader reads controls but cannot describe a photo, a chart or the room. Sahaay serves both with one on-device brain.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scale of the need, the price of the current answer, and why the cloud cannot be the answer for a camera pointed at your face and a screen showing your bank statement.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thesis in one line. The NPU is not a feature to show off; it is what makes a mass-market laptop into an assistive device that respects privacy and works offline.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modes that share one on-device brain. Hands-free mode: head cursor, gestures, dictation, free-form voice commands, switch access. Narrator mode: screen summaries, focused reading, vision-language description of screen and camera, spoken confirmation.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storyboard of one command. Speech is transcribed on the NPU, the screen is turned into a numbered list of controls by UI Automation, the language model returns validated tool calls, the executor runs them, and the result is spoken back. The dwell ring is the head-cursor click indicator.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Compute cores used. NPU: face detector, face mesh, Whisper encoder and decoder, Qwen3-4B, Qwen3-VL-4B. CPU: capture, VAD, UI Automation, the command grammar, JSON validation, cursor maths and SendInput, TTS. GPU: nothing by design.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numbers come from tools/bench_all.py and Qualcomm AI Hub profile jobs, both in the repository. The X Elite column is the chip inside the HP OmniBook X and EliteBook Ultra, profiled on Qualcomm's reference device.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Installation is one PowerShell script; runtime is fully offline. The memory figures are measured process growth; the 16 GB OmniBook 3 and 5 run hands-free mode and UI-Automation narration, the 32 GB OmniBook X and Ultra run everything.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on-device case is not a slogan here: privacy of a face camera, sub-frame cursor latency, offline reliability, battery, and cost are each individually decisive for this user. HP and Qualcomm India are both aiming the hardware at students, exactly the population Sahaay serves.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Development flow and an honest account of the hard parts, in the format Qualcomm uses for its own hackathon write-ups.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Roadmap and close. The repository contains everything needed to reproduce every claim.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