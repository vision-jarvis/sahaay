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Sahaay means assistance in Hindi. The graphic is the exact 468-point face mesh topology Sahaay runs on the NPU for head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user groups. For motor impairment the mouse and keyboard are the barrier. For low vision the screen reader stops at controls; images, charts, scans and the physical world are out of reach. Sahaay serves both with one on-device brain.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concrete gaps: price, privacy of a face camera plus screen, and coverage of what built-in tools can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in one sentence. The NPU is what turns a mass-market laptop into an assistive device that respects privacy and works offline. Latencies shown are measured on the development laptop or on Qualcomm AI Hub reference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modes share the same models and the same executor; they differ only in which inputs and outputs are 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command traced through the system. Speech is transcribed on the NPU, the screen is turned into a numbered control list by UI Automation, the language model returns validated tool calls, the executor runs them, the result is spoken back. The ring is the dwell-click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Compute cores used. NPU: face detector, face mesh, Whisper encoder and decoder, Qwen3-4B, Qwen3-VL-4B. CPU: capture, VAD, UI Automation, the command grammar, JSON validation, cursor maths and SendInput, TTS. GPU: nothing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come from tools/bench_all.py and Qualcomm AI Hub profile jobs, both in the repository. The X Elite column is the chip inside the HP OmniBook X and EliteBook Ultra, profiled on Qualcomm's reference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 is one PowerShell script; runtime is fully offline. Memory figures are measured process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a concrete failure of the cloud approach for this user, with a source or a measurement, and the matching measured behaviour of Sahaay. The trade-offs row is deliberate: smaller models, load time and RAM are the price of privacy and offline operation, and the design mitigates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that made the difference, each with its fix. Items 01 and 07 are the ones most likely to trip other teams claiming NPU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close. The repository contains everything needed to reproduce every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